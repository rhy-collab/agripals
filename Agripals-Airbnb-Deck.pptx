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CC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874519"/>
            <a:ext cx="822960" cy="822960"/>
          </a:xfrm>
          <a:prstGeom prst="roundRect">
            <a:avLst/>
          </a:prstGeom>
          <a:solidFill>
            <a:srgbClr val="2E8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600" b="1" i="0">
                <a:solidFill>
                  <a:srgbClr val="FFFFFF"/>
                </a:solidFill>
                <a:latin typeface="Arial"/>
              </a:rPr>
              <a:t>Agripals</a:t>
            </a:r>
          </a:p>
          <a:p>
            <a:pPr algn="l">
              <a:spcAft>
                <a:spcPts val="1000"/>
              </a:spcAft>
            </a:pPr>
            <a:r>
              <a:rPr sz="2400" b="0" i="0">
                <a:solidFill>
                  <a:srgbClr val="CFE0D3"/>
                </a:solidFill>
                <a:latin typeface="Arial"/>
              </a:rPr>
              <a:t>Fresh from the farm, straight to your kitchen.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FB6AA"/>
                </a:solidFill>
                <a:latin typeface="Arial"/>
              </a:rPr>
              <a:t>The online-only, AI-native food wholesaler. Chefs order farm-direct — by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4CC499"/>
                </a:solidFill>
                <a:latin typeface="Arial"/>
              </a:rPr>
              <a:t>Investor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02336" cy="402336"/>
          </a:xfrm>
          <a:prstGeom prst="roundRect">
            <a:avLst/>
          </a:prstGeom>
          <a:solidFill>
            <a:srgbClr val="2E8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502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2201A"/>
                </a:solidFill>
                <a:latin typeface="Arial"/>
              </a:rPr>
              <a:t>Agripals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 i="0">
                <a:solidFill>
                  <a:srgbClr val="68786F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2201A"/>
                </a:solidFill>
                <a:latin typeface="Arial"/>
              </a:rPr>
              <a:t>The food chain is broken.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2× the price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A chain of wholesalers roughly doubles the cost between the farm and the kitchen.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9178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Nobody wins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Chefs overpay, farmers are underpaid, and no one can see where the money goes.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9716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Stuck offline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Ordering still runs on phone calls, scribbled lists and clunky software chefs hate.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02336" cy="402336"/>
          </a:xfrm>
          <a:prstGeom prst="roundRect">
            <a:avLst/>
          </a:prstGeom>
          <a:solidFill>
            <a:srgbClr val="2E8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502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2201A"/>
                </a:solidFill>
                <a:latin typeface="Arial"/>
              </a:rPr>
              <a:t>Agripals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 i="0">
                <a:solidFill>
                  <a:srgbClr val="68786F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2201A"/>
                </a:solidFill>
                <a:latin typeface="Arial"/>
              </a:rPr>
              <a:t>One assistant. Farm-direct. By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Snap your menu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AI reads what you buy and sources it straight from the farm and the dock.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9178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Fresher, cheaper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Farm-direct pricing — often 5–20% less — on a better, traceable product.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9716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All handled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Orders, delivery tracking and invoicing, managed in one simple chat.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02336" cy="402336"/>
          </a:xfrm>
          <a:prstGeom prst="roundRect">
            <a:avLst/>
          </a:prstGeom>
          <a:solidFill>
            <a:srgbClr val="2E8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502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2201A"/>
                </a:solidFill>
                <a:latin typeface="Arial"/>
              </a:rPr>
              <a:t>Agripals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 i="0">
                <a:solidFill>
                  <a:srgbClr val="68786F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2201A"/>
                </a:solidFill>
                <a:latin typeface="Arial"/>
              </a:rPr>
              <a:t>Chefs already run on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The wedge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Farms, drivers and chefs coordinate their whole day by text. We meet them there.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9178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AI turns texts into orders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Messy messages become clean, structured orders — like an Uber Eats ticket.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9716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AI runs logistics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Sourcing and last-mile delivery, coordinated automatically. Zero trucks of our 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02336" cy="402336"/>
          </a:xfrm>
          <a:prstGeom prst="roundRect">
            <a:avLst/>
          </a:prstGeom>
          <a:solidFill>
            <a:srgbClr val="2E8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502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2201A"/>
                </a:solidFill>
                <a:latin typeface="Arial"/>
              </a:rPr>
              <a:t>Agripals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 i="0">
                <a:solidFill>
                  <a:srgbClr val="68786F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2201A"/>
                </a:solidFill>
                <a:latin typeface="Arial"/>
              </a:rPr>
              <a:t>Huge market. Focused beachhead.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2E8564"/>
                </a:solidFill>
                <a:latin typeface="Arial"/>
              </a:rPr>
              <a:t>$330B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TAM — US restaurant food purchasing a year.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9178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2E8564"/>
                </a:solidFill>
                <a:latin typeface="Arial"/>
              </a:rPr>
              <a:t>~$50B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SAM — fresh produce &amp; seafood for independent US kitchens.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9716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2E8564"/>
                </a:solidFill>
                <a:latin typeface="Arial"/>
              </a:rPr>
              <a:t>~$500M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SOM — the fresh spend of San Francisco restaurants, where we start.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2201A"/>
                </a:solidFill>
                <a:latin typeface="Arial"/>
              </a:rPr>
              <a:t>We take ~5% of everything that moves through the platform.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02336" cy="402336"/>
          </a:xfrm>
          <a:prstGeom prst="roundRect">
            <a:avLst/>
          </a:prstGeom>
          <a:solidFill>
            <a:srgbClr val="2E8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502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2201A"/>
                </a:solidFill>
                <a:latin typeface="Arial"/>
              </a:rPr>
              <a:t>Agripals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 i="0">
                <a:solidFill>
                  <a:srgbClr val="68786F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2201A"/>
                </a:solidFill>
                <a:latin typeface="Arial"/>
              </a:rPr>
              <a:t>It starts with a photo of your menu.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1 · Text your order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Snap your menu or type what you need. The AI structures it instantly.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9178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2 · AI sources direct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It finds the farm and the dock, agrees the price, strips out the markup.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9716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3 · AI routes delivery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Dispatched and tracked automatically — fresh to your door, 7 days a week.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02336" cy="402336"/>
          </a:xfrm>
          <a:prstGeom prst="roundRect">
            <a:avLst/>
          </a:prstGeom>
          <a:solidFill>
            <a:srgbClr val="2E8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502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2201A"/>
                </a:solidFill>
                <a:latin typeface="Arial"/>
              </a:rPr>
              <a:t>Agripals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 i="0">
                <a:solidFill>
                  <a:srgbClr val="68786F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2201A"/>
                </a:solidFill>
                <a:latin typeface="Arial"/>
              </a:rPr>
              <a:t>We earn when food moves.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5% take rate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A small cut of every order's value. We only win when the kitchen saves.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9178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Credit float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We pay farms up front and bill kitchens on terms — a financing margin, both sides locked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9716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Services &amp; data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Loans, insurance, inputs and real-time supply data — a second business on top of the orders.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02336" cy="402336"/>
          </a:xfrm>
          <a:prstGeom prst="roundRect">
            <a:avLst/>
          </a:prstGeom>
          <a:solidFill>
            <a:srgbClr val="2E8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502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2201A"/>
                </a:solidFill>
                <a:latin typeface="Arial"/>
              </a:rPr>
              <a:t>Agripals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 i="0">
                <a:solidFill>
                  <a:srgbClr val="68786F"/>
                </a:solidFill>
                <a:latin typeface="Aria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2201A"/>
                </a:solidFill>
                <a:latin typeface="Arial"/>
              </a:rPr>
              <a:t>One city. One product. Then everywhere.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Phase 1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San Francisco oysters — Tomales Bay &amp; BC direct into SF kitchens.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9178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Phase 2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More seafood and farm produce across the Bay Area.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9716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Phase 3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The same text-first rails, rolled out city by city, nationally.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02336" cy="402336"/>
          </a:xfrm>
          <a:prstGeom prst="roundRect">
            <a:avLst/>
          </a:prstGeom>
          <a:solidFill>
            <a:srgbClr val="2E8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502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2201A"/>
                </a:solidFill>
                <a:latin typeface="Arial"/>
              </a:rPr>
              <a:t>Agripals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 i="0">
                <a:solidFill>
                  <a:srgbClr val="68786F"/>
                </a:solidFill>
                <a:latin typeface="Arial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2201A"/>
                </a:solidFill>
                <a:latin typeface="Arial"/>
              </a:rPr>
              <a:t>Incumbents own the trucks. We own the chat.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Broadliners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Sysco, US Foods, PFG — huge, but built on markup, minimums and net-30 lock-in.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9178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Specialty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Chefs' Warehouse and local wholesalers — premium, but still offline and manual.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9716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Ordering apps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REKKI, Choco — software over the old supply. We're farm-direct and AI-native.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02336" cy="402336"/>
          </a:xfrm>
          <a:prstGeom prst="roundRect">
            <a:avLst/>
          </a:prstGeom>
          <a:solidFill>
            <a:srgbClr val="2E8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502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2201A"/>
                </a:solidFill>
                <a:latin typeface="Arial"/>
              </a:rPr>
              <a:t>Agripals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 i="0">
                <a:solidFill>
                  <a:srgbClr val="68786F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2201A"/>
                </a:solidFill>
                <a:latin typeface="Arial"/>
              </a:rPr>
              <a:t>Why we win.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Text-native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We reach a sector that never came online — in the medium it already trusts.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9178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Zero-CapEx AI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AI does the middleman's job — sourcing and logistics — with no trucks or warehouses.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9716" y="3017520"/>
            <a:ext cx="339333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564"/>
                </a:solidFill>
                <a:latin typeface="Arial"/>
              </a:rPr>
              <a:t>A widening moat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86F"/>
                </a:solidFill>
                <a:latin typeface="Arial"/>
              </a:rPr>
              <a:t>Every order feeds the network: better prices, better matches, proprietary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CC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The rails every farm, driver
and kitchen runs on.</a:t>
            </a:r>
          </a:p>
          <a:p>
            <a:pPr algn="l">
              <a:spcAft>
                <a:spcPts val="1800"/>
              </a:spcAft>
            </a:pPr>
            <a:r>
              <a:rPr sz="1700" b="0" i="0">
                <a:solidFill>
                  <a:srgbClr val="CFE0D3"/>
                </a:solidFill>
                <a:latin typeface="Arial"/>
              </a:rPr>
              <a:t>Cut the markup. Restore the provenance. Bring an entire offline sector online — by text.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CC499"/>
                </a:solidFill>
                <a:latin typeface="Arial"/>
              </a:rPr>
              <a:t>Agripals   ·   rhys.coombes@gmail.com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